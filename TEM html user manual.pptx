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>
        <p:scale>
          <a:sx n="75" d="100"/>
          <a:sy n="75" d="100"/>
        </p:scale>
        <p:origin x="1517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ACB4E9-81C6-4DAB-B571-CE10482AE229}" type="datetimeFigureOut">
              <a:rPr lang="en-MY" smtClean="0"/>
              <a:t>11/2/2026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F0EC38-98CC-4609-BC4F-25D98408A0D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50689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F6AAC-479D-4EA8-890C-AE103C5D415C}" type="datetimeFigureOut">
              <a:rPr lang="en-MY" smtClean="0"/>
              <a:t>11/2/2026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835A2-C74F-4992-9266-752D66F0C34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32783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F6AAC-479D-4EA8-890C-AE103C5D415C}" type="datetimeFigureOut">
              <a:rPr lang="en-MY" smtClean="0"/>
              <a:t>11/2/2026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835A2-C74F-4992-9266-752D66F0C34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7326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F6AAC-479D-4EA8-890C-AE103C5D415C}" type="datetimeFigureOut">
              <a:rPr lang="en-MY" smtClean="0"/>
              <a:t>11/2/2026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835A2-C74F-4992-9266-752D66F0C34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69955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F6AAC-479D-4EA8-890C-AE103C5D415C}" type="datetimeFigureOut">
              <a:rPr lang="en-MY" smtClean="0"/>
              <a:t>11/2/2026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835A2-C74F-4992-9266-752D66F0C34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39987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F6AAC-479D-4EA8-890C-AE103C5D415C}" type="datetimeFigureOut">
              <a:rPr lang="en-MY" smtClean="0"/>
              <a:t>11/2/2026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835A2-C74F-4992-9266-752D66F0C34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14867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F6AAC-479D-4EA8-890C-AE103C5D415C}" type="datetimeFigureOut">
              <a:rPr lang="en-MY" smtClean="0"/>
              <a:t>11/2/2026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835A2-C74F-4992-9266-752D66F0C34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11245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F6AAC-479D-4EA8-890C-AE103C5D415C}" type="datetimeFigureOut">
              <a:rPr lang="en-MY" smtClean="0"/>
              <a:t>11/2/2026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835A2-C74F-4992-9266-752D66F0C34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77869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F6AAC-479D-4EA8-890C-AE103C5D415C}" type="datetimeFigureOut">
              <a:rPr lang="en-MY" smtClean="0"/>
              <a:t>11/2/2026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835A2-C74F-4992-9266-752D66F0C34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83690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F6AAC-479D-4EA8-890C-AE103C5D415C}" type="datetimeFigureOut">
              <a:rPr lang="en-MY" smtClean="0"/>
              <a:t>11/2/2026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835A2-C74F-4992-9266-752D66F0C34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77919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F6AAC-479D-4EA8-890C-AE103C5D415C}" type="datetimeFigureOut">
              <a:rPr lang="en-MY" smtClean="0"/>
              <a:t>11/2/2026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835A2-C74F-4992-9266-752D66F0C34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65271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F6AAC-479D-4EA8-890C-AE103C5D415C}" type="datetimeFigureOut">
              <a:rPr lang="en-MY" smtClean="0"/>
              <a:t>11/2/2026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835A2-C74F-4992-9266-752D66F0C34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72118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EF6AAC-479D-4EA8-890C-AE103C5D415C}" type="datetimeFigureOut">
              <a:rPr lang="en-MY" smtClean="0"/>
              <a:t>11/2/2026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7835A2-C74F-4992-9266-752D66F0C34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75595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759CC7B-B5C0-8A8B-DF58-5CBA401E4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397" y="1894032"/>
            <a:ext cx="6446520" cy="30699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B466BCA-B760-FB6A-5017-66E85CE2EB28}"/>
              </a:ext>
            </a:extLst>
          </p:cNvPr>
          <p:cNvSpPr txBox="1"/>
          <p:nvPr/>
        </p:nvSpPr>
        <p:spPr>
          <a:xfrm>
            <a:off x="413657" y="1097524"/>
            <a:ext cx="2465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TEM L</a:t>
            </a:r>
            <a:r>
              <a:rPr lang="en-US" altLang="zh-CN" dirty="0" err="1"/>
              <a:t>ist</a:t>
            </a:r>
            <a:r>
              <a:rPr lang="en-US" altLang="zh-CN" dirty="0"/>
              <a:t> – User Manual</a:t>
            </a:r>
            <a:endParaRPr lang="en-MY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AA46BF-5349-C333-2D8A-E2B95E49279E}"/>
              </a:ext>
            </a:extLst>
          </p:cNvPr>
          <p:cNvSpPr/>
          <p:nvPr/>
        </p:nvSpPr>
        <p:spPr>
          <a:xfrm>
            <a:off x="535577" y="2267946"/>
            <a:ext cx="952500" cy="270510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0B22FB-F33A-A3CA-6223-995B65F29937}"/>
              </a:ext>
            </a:extLst>
          </p:cNvPr>
          <p:cNvSpPr txBox="1"/>
          <p:nvPr/>
        </p:nvSpPr>
        <p:spPr>
          <a:xfrm>
            <a:off x="535577" y="4989012"/>
            <a:ext cx="1333500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u="sng" dirty="0"/>
              <a:t>Left panel: Category</a:t>
            </a:r>
          </a:p>
          <a:p>
            <a:endParaRPr lang="en-US" sz="1050" dirty="0"/>
          </a:p>
          <a:p>
            <a:r>
              <a:rPr lang="en-US" sz="1050" dirty="0"/>
              <a:t>Click a category (or sub-category under Welding/Safety) to change the item list</a:t>
            </a:r>
            <a:endParaRPr lang="en-MY" sz="10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71D712-39C5-61CD-2775-E3DAB3CA06F8}"/>
              </a:ext>
            </a:extLst>
          </p:cNvPr>
          <p:cNvSpPr/>
          <p:nvPr/>
        </p:nvSpPr>
        <p:spPr>
          <a:xfrm>
            <a:off x="1488077" y="2268672"/>
            <a:ext cx="2240280" cy="270510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E20D09-0020-F888-0F86-E6C3F69FF101}"/>
              </a:ext>
            </a:extLst>
          </p:cNvPr>
          <p:cNvSpPr txBox="1"/>
          <p:nvPr/>
        </p:nvSpPr>
        <p:spPr>
          <a:xfrm>
            <a:off x="2071007" y="4973046"/>
            <a:ext cx="1333500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u="sng" dirty="0"/>
              <a:t>Middle panel: Item</a:t>
            </a:r>
          </a:p>
          <a:p>
            <a:endParaRPr lang="en-US" sz="1050" b="1" u="sng" dirty="0"/>
          </a:p>
          <a:p>
            <a:r>
              <a:rPr lang="en-US" sz="1050" dirty="0"/>
              <a:t>double‑click an item card to add to cart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83B09A-FC6E-32B6-F855-2B2B9B1FAE08}"/>
              </a:ext>
            </a:extLst>
          </p:cNvPr>
          <p:cNvSpPr txBox="1"/>
          <p:nvPr/>
        </p:nvSpPr>
        <p:spPr>
          <a:xfrm>
            <a:off x="5903867" y="1210245"/>
            <a:ext cx="1333500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u="sng" dirty="0"/>
              <a:t>Right panel: Cart</a:t>
            </a:r>
          </a:p>
          <a:p>
            <a:endParaRPr lang="en-US" sz="1050" b="1" u="sng" dirty="0"/>
          </a:p>
          <a:p>
            <a:r>
              <a:rPr lang="en-US" sz="1050" dirty="0"/>
              <a:t>Change quantity by clicking -/+</a:t>
            </a:r>
          </a:p>
          <a:p>
            <a:r>
              <a:rPr lang="en-US" sz="1050" dirty="0"/>
              <a:t>Remove item by ‘x’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F4E79B-8294-3832-2860-E25494128412}"/>
              </a:ext>
            </a:extLst>
          </p:cNvPr>
          <p:cNvSpPr txBox="1"/>
          <p:nvPr/>
        </p:nvSpPr>
        <p:spPr>
          <a:xfrm>
            <a:off x="5261501" y="3121305"/>
            <a:ext cx="105308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u="sng" dirty="0"/>
              <a:t>Fill in job info (optional)</a:t>
            </a:r>
            <a:endParaRPr lang="en-US" sz="10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66F403-292C-4088-1E55-FEAE46BFAC49}"/>
              </a:ext>
            </a:extLst>
          </p:cNvPr>
          <p:cNvSpPr txBox="1"/>
          <p:nvPr/>
        </p:nvSpPr>
        <p:spPr>
          <a:xfrm>
            <a:off x="6184283" y="3207737"/>
            <a:ext cx="1053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1" u="sng" dirty="0"/>
              <a:t>Print TEM list</a:t>
            </a:r>
            <a:endParaRPr lang="en-US" sz="1050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E1059753-CB67-FA7C-2FD3-3434E81497E5}"/>
              </a:ext>
            </a:extLst>
          </p:cNvPr>
          <p:cNvSpPr/>
          <p:nvPr/>
        </p:nvSpPr>
        <p:spPr>
          <a:xfrm rot="19386211">
            <a:off x="5834994" y="2949357"/>
            <a:ext cx="225552" cy="23164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7F24C68D-A2EB-DA31-53E8-7607BA502603}"/>
              </a:ext>
            </a:extLst>
          </p:cNvPr>
          <p:cNvSpPr/>
          <p:nvPr/>
        </p:nvSpPr>
        <p:spPr>
          <a:xfrm rot="16036460">
            <a:off x="6608293" y="2991536"/>
            <a:ext cx="225552" cy="23164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60335A-7CF6-A43C-4BD7-42D5B723E6B7}"/>
              </a:ext>
            </a:extLst>
          </p:cNvPr>
          <p:cNvSpPr txBox="1"/>
          <p:nvPr/>
        </p:nvSpPr>
        <p:spPr>
          <a:xfrm>
            <a:off x="3865090" y="1852448"/>
            <a:ext cx="105308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u="sng" dirty="0"/>
              <a:t>Recommend item (if any)</a:t>
            </a:r>
            <a:endParaRPr lang="en-US" sz="1050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44C5F79B-9A5A-4613-416E-8151245409C6}"/>
              </a:ext>
            </a:extLst>
          </p:cNvPr>
          <p:cNvSpPr/>
          <p:nvPr/>
        </p:nvSpPr>
        <p:spPr>
          <a:xfrm rot="7139805">
            <a:off x="4226176" y="2306907"/>
            <a:ext cx="225552" cy="23164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EA37BB8-7D6B-C39A-6D16-55A59A64E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8755" y="4633603"/>
            <a:ext cx="2492071" cy="122759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451B77D-E3F8-D93A-85E1-010C8C282CA2}"/>
              </a:ext>
            </a:extLst>
          </p:cNvPr>
          <p:cNvSpPr txBox="1"/>
          <p:nvPr/>
        </p:nvSpPr>
        <p:spPr>
          <a:xfrm>
            <a:off x="4294861" y="4189716"/>
            <a:ext cx="242620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u="sng" dirty="0"/>
              <a:t>Print preview:</a:t>
            </a:r>
          </a:p>
          <a:p>
            <a:r>
              <a:rPr lang="en-US" sz="1050" dirty="0"/>
              <a:t>Separated for Tools / Consumables 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FAD6A9F-C2B8-90FA-34DF-5ECB2E2E99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57" y="185991"/>
            <a:ext cx="2230603" cy="85899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638BA00-BC6F-B758-6A0C-5D882E32D7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9609" y="549824"/>
            <a:ext cx="1539875" cy="153987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916501F-2979-2F9B-08E0-3EFDC68FB0D9}"/>
              </a:ext>
            </a:extLst>
          </p:cNvPr>
          <p:cNvSpPr txBox="1"/>
          <p:nvPr/>
        </p:nvSpPr>
        <p:spPr>
          <a:xfrm>
            <a:off x="7613074" y="2110491"/>
            <a:ext cx="161931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u="sng" dirty="0"/>
              <a:t>QR CODE FOR WEBSITE</a:t>
            </a:r>
            <a:endParaRPr lang="en-US" sz="10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3D4671-037D-19E0-70AE-F48C547EB4CC}"/>
              </a:ext>
            </a:extLst>
          </p:cNvPr>
          <p:cNvSpPr txBox="1"/>
          <p:nvPr/>
        </p:nvSpPr>
        <p:spPr>
          <a:xfrm>
            <a:off x="6842125" y="272825"/>
            <a:ext cx="31948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200" dirty="0"/>
              <a:t>https://accessmne.github.io/tem-list.html</a:t>
            </a:r>
          </a:p>
        </p:txBody>
      </p:sp>
    </p:spTree>
    <p:extLst>
      <p:ext uri="{BB962C8B-B14F-4D97-AF65-F5344CB8AC3E}">
        <p14:creationId xmlns:p14="http://schemas.microsoft.com/office/powerpoint/2010/main" val="3652940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94</Words>
  <Application>Microsoft Office PowerPoint</Application>
  <PresentationFormat>A4 Paper (210x297 mm)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JJ tang</dc:creator>
  <cp:lastModifiedBy>JJ tang</cp:lastModifiedBy>
  <cp:revision>1</cp:revision>
  <dcterms:created xsi:type="dcterms:W3CDTF">2026-02-11T08:47:59Z</dcterms:created>
  <dcterms:modified xsi:type="dcterms:W3CDTF">2026-02-11T09:10:47Z</dcterms:modified>
</cp:coreProperties>
</file>